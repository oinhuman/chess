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3"/>
    <p:sldId id="258" r:id="rId4"/>
    <p:sldId id="259" r:id="rId5"/>
    <p:sldId id="256" r:id="rId6"/>
    <p:sldId id="260" r:id="rId7"/>
    <p:sldId id="261" r:id="rId8"/>
    <p:sldId id="262" r:id="rId9"/>
    <p:sldId id="264" r:id="rId10"/>
    <p:sldId id="265" r:id="rId11"/>
    <p:sldId id="263" r:id="rId12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7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1" name="组合 20" descr="7b0a202020202274657874626f78223a2022220a7d0a"/>
          <p:cNvGrpSpPr/>
          <p:nvPr>
            <p:custDataLst>
              <p:tags r:id="rId1"/>
            </p:custDataLst>
          </p:nvPr>
        </p:nvGrpSpPr>
        <p:grpSpPr>
          <a:xfrm>
            <a:off x="4826635" y="462915"/>
            <a:ext cx="2538730" cy="2538730"/>
            <a:chOff x="7270" y="3585"/>
            <a:chExt cx="3998" cy="3998"/>
          </a:xfrm>
        </p:grpSpPr>
        <p:sp>
          <p:nvSpPr>
            <p:cNvPr id="22" name="椭圆 21"/>
            <p:cNvSpPr/>
            <p:nvPr>
              <p:custDataLst>
                <p:tags r:id="rId2"/>
              </p:custDataLst>
            </p:nvPr>
          </p:nvSpPr>
          <p:spPr>
            <a:xfrm>
              <a:off x="7270" y="3585"/>
              <a:ext cx="3998" cy="3998"/>
            </a:xfrm>
            <a:prstGeom prst="ellipse">
              <a:avLst/>
            </a:prstGeom>
            <a:noFill/>
            <a:ln w="130175">
              <a:solidFill>
                <a:srgbClr val="4D7FFF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3" name="图片 22" descr="汇报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82" y="4137"/>
              <a:ext cx="774" cy="774"/>
            </a:xfrm>
            <a:prstGeom prst="rect">
              <a:avLst/>
            </a:prstGeom>
          </p:spPr>
        </p:pic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7804" y="5496"/>
              <a:ext cx="2930" cy="1319"/>
            </a:xfrm>
            <a:prstGeom prst="rect">
              <a:avLst/>
            </a:prstGeom>
          </p:spPr>
          <p:txBody>
            <a:bodyPr wrap="square">
              <a:normAutofit/>
            </a:bodyPr>
            <a:p>
              <a:pPr indent="0" algn="ctr" fontAlgn="auto">
                <a:lnSpc>
                  <a:spcPct val="110000"/>
                </a:lnSpc>
              </a:pPr>
              <a:r>
                <a:rPr lang="zh-CN" altLang="en-US" sz="2800" b="1">
                  <a:solidFill>
                    <a:srgbClr val="4D7FFF"/>
                  </a:solidFill>
                  <a:latin typeface="Arial" panose="020B0604020202020204" pitchFamily="34" charset="0"/>
                  <a:ea typeface="微软雅黑" panose="020B0503020204020204" charset="-122"/>
                </a:rPr>
                <a:t>五子</a:t>
              </a:r>
              <a:r>
                <a:rPr lang="zh-CN" altLang="en-US" sz="2800" b="1">
                  <a:solidFill>
                    <a:srgbClr val="4D7FFF"/>
                  </a:solidFill>
                  <a:latin typeface="Arial" panose="020B0604020202020204" pitchFamily="34" charset="0"/>
                  <a:ea typeface="微软雅黑" panose="020B0503020204020204" charset="-122"/>
                </a:rPr>
                <a:t>棋</a:t>
              </a:r>
              <a:endParaRPr lang="zh-CN" altLang="en-US" sz="2800" b="1">
                <a:solidFill>
                  <a:srgbClr val="4D7FFF"/>
                </a:solidFill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</p:grpSp>
      <p:grpSp>
        <p:nvGrpSpPr>
          <p:cNvPr id="78" name="组合 77" descr="7b0a202020202274657874626f78223a2022220a7d0a"/>
          <p:cNvGrpSpPr/>
          <p:nvPr>
            <p:custDataLst>
              <p:tags r:id="rId7"/>
            </p:custDataLst>
          </p:nvPr>
        </p:nvGrpSpPr>
        <p:grpSpPr>
          <a:xfrm>
            <a:off x="516890" y="3547428"/>
            <a:ext cx="5372735" cy="2400300"/>
            <a:chOff x="5370" y="3510"/>
            <a:chExt cx="8461" cy="3780"/>
          </a:xfrm>
        </p:grpSpPr>
        <p:sp>
          <p:nvSpPr>
            <p:cNvPr id="79" name="矩形 78"/>
            <p:cNvSpPr/>
            <p:nvPr/>
          </p:nvSpPr>
          <p:spPr>
            <a:xfrm>
              <a:off x="5720" y="3832"/>
              <a:ext cx="7761" cy="3136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80" name="椭圆 79"/>
            <p:cNvSpPr/>
            <p:nvPr/>
          </p:nvSpPr>
          <p:spPr>
            <a:xfrm>
              <a:off x="5370" y="3510"/>
              <a:ext cx="227" cy="227"/>
            </a:xfrm>
            <a:prstGeom prst="ellipse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cxnSp>
          <p:nvCxnSpPr>
            <p:cNvPr id="81" name="直接连接符 80"/>
            <p:cNvCxnSpPr/>
            <p:nvPr/>
          </p:nvCxnSpPr>
          <p:spPr>
            <a:xfrm>
              <a:off x="5596" y="3616"/>
              <a:ext cx="794" cy="0"/>
            </a:xfrm>
            <a:prstGeom prst="line">
              <a:avLst/>
            </a:prstGeom>
            <a:ln w="25400" cmpd="sng">
              <a:solidFill>
                <a:srgbClr val="C0C0C0"/>
              </a:solidFill>
              <a:prstDash val="sysDash"/>
              <a:round/>
              <a:head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任意多边形 81"/>
            <p:cNvSpPr/>
            <p:nvPr/>
          </p:nvSpPr>
          <p:spPr>
            <a:xfrm>
              <a:off x="6390" y="3616"/>
              <a:ext cx="7275" cy="1372"/>
            </a:xfrm>
            <a:custGeom>
              <a:avLst/>
              <a:gdLst>
                <a:gd name="connisteX0" fmla="*/ 0 w 5389880"/>
                <a:gd name="connsiteY0" fmla="*/ 0 h 2423795"/>
                <a:gd name="connisteX1" fmla="*/ 5389880 w 5389880"/>
                <a:gd name="connsiteY1" fmla="*/ 0 h 2423795"/>
                <a:gd name="connisteX2" fmla="*/ 5389880 w 5389880"/>
                <a:gd name="connsiteY2" fmla="*/ 2423795 h 2423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</a:cxnLst>
              <a:rect l="l" t="t" r="r" b="b"/>
              <a:pathLst>
                <a:path w="5389880" h="2423795">
                  <a:moveTo>
                    <a:pt x="0" y="0"/>
                  </a:moveTo>
                  <a:lnTo>
                    <a:pt x="5389880" y="0"/>
                  </a:lnTo>
                  <a:lnTo>
                    <a:pt x="5389880" y="2423795"/>
                  </a:lnTo>
                </a:path>
              </a:pathLst>
            </a:custGeom>
            <a:noFill/>
            <a:ln w="254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83" name="任意多边形 82"/>
            <p:cNvSpPr/>
            <p:nvPr/>
          </p:nvSpPr>
          <p:spPr>
            <a:xfrm rot="10800000">
              <a:off x="5522" y="5696"/>
              <a:ext cx="7347" cy="1481"/>
            </a:xfrm>
            <a:custGeom>
              <a:avLst/>
              <a:gdLst>
                <a:gd name="connisteX0" fmla="*/ 0 w 5389880"/>
                <a:gd name="connsiteY0" fmla="*/ 0 h 2423795"/>
                <a:gd name="connisteX1" fmla="*/ 5389880 w 5389880"/>
                <a:gd name="connsiteY1" fmla="*/ 0 h 2423795"/>
                <a:gd name="connisteX2" fmla="*/ 5389880 w 5389880"/>
                <a:gd name="connsiteY2" fmla="*/ 2423795 h 2423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</a:cxnLst>
              <a:rect l="l" t="t" r="r" b="b"/>
              <a:pathLst>
                <a:path w="5389880" h="2423795">
                  <a:moveTo>
                    <a:pt x="0" y="0"/>
                  </a:moveTo>
                  <a:lnTo>
                    <a:pt x="5389880" y="0"/>
                  </a:lnTo>
                  <a:lnTo>
                    <a:pt x="5389880" y="2423795"/>
                  </a:lnTo>
                </a:path>
              </a:pathLst>
            </a:custGeom>
            <a:noFill/>
            <a:ln w="254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cxnSp>
          <p:nvCxnSpPr>
            <p:cNvPr id="84" name="直接连接符 83"/>
            <p:cNvCxnSpPr/>
            <p:nvPr/>
          </p:nvCxnSpPr>
          <p:spPr>
            <a:xfrm>
              <a:off x="12914" y="7177"/>
              <a:ext cx="763" cy="0"/>
            </a:xfrm>
            <a:prstGeom prst="line">
              <a:avLst/>
            </a:prstGeom>
            <a:ln w="25400" cmpd="sng">
              <a:solidFill>
                <a:srgbClr val="C0C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椭圆 84"/>
            <p:cNvSpPr/>
            <p:nvPr/>
          </p:nvSpPr>
          <p:spPr>
            <a:xfrm>
              <a:off x="13604" y="7063"/>
              <a:ext cx="227" cy="227"/>
            </a:xfrm>
            <a:prstGeom prst="ellipse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6141" y="4041"/>
              <a:ext cx="6550" cy="2600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lnSpc>
                  <a:spcPct val="120000"/>
                </a:lnSpc>
              </a:pPr>
              <a:r>
                <a:rPr 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依次</a:t>
              </a:r>
              <a:r>
                <a:rPr 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展示：</a:t>
              </a:r>
              <a:endParaRPr lang="zh-CN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r>
                <a:rPr 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①作业要求</a:t>
              </a:r>
              <a:r>
                <a:rPr lang="en-US" alt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	</a:t>
              </a: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④</a:t>
              </a: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优化计划</a:t>
              </a:r>
              <a:endParaRPr lang="zh-CN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②实例效果</a:t>
              </a: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图</a:t>
              </a:r>
              <a:endParaRPr lang="zh-CN" altLang="en-US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③关键代码</a:t>
              </a: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行</a:t>
              </a:r>
              <a:endParaRPr lang="zh-CN" altLang="en-US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</p:txBody>
        </p:sp>
      </p:grpSp>
      <p:grpSp>
        <p:nvGrpSpPr>
          <p:cNvPr id="2" name="组合 1" descr="7b0a202020202274657874626f78223a2022220a7d0a"/>
          <p:cNvGrpSpPr/>
          <p:nvPr>
            <p:custDataLst>
              <p:tags r:id="rId8"/>
            </p:custDataLst>
          </p:nvPr>
        </p:nvGrpSpPr>
        <p:grpSpPr>
          <a:xfrm>
            <a:off x="5986145" y="3547428"/>
            <a:ext cx="5372735" cy="2400300"/>
            <a:chOff x="5370" y="3510"/>
            <a:chExt cx="8461" cy="3780"/>
          </a:xfrm>
        </p:grpSpPr>
        <p:sp>
          <p:nvSpPr>
            <p:cNvPr id="3" name="矩形 2"/>
            <p:cNvSpPr/>
            <p:nvPr/>
          </p:nvSpPr>
          <p:spPr>
            <a:xfrm>
              <a:off x="5720" y="3832"/>
              <a:ext cx="7761" cy="3136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4" name="椭圆 3"/>
            <p:cNvSpPr/>
            <p:nvPr/>
          </p:nvSpPr>
          <p:spPr>
            <a:xfrm>
              <a:off x="5370" y="3510"/>
              <a:ext cx="227" cy="227"/>
            </a:xfrm>
            <a:prstGeom prst="ellipse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596" y="3616"/>
              <a:ext cx="794" cy="0"/>
            </a:xfrm>
            <a:prstGeom prst="line">
              <a:avLst/>
            </a:prstGeom>
            <a:ln w="25400" cmpd="sng">
              <a:solidFill>
                <a:srgbClr val="C0C0C0"/>
              </a:solidFill>
              <a:prstDash val="sysDash"/>
              <a:round/>
              <a:head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 5"/>
            <p:cNvSpPr/>
            <p:nvPr/>
          </p:nvSpPr>
          <p:spPr>
            <a:xfrm>
              <a:off x="6390" y="3616"/>
              <a:ext cx="7275" cy="1372"/>
            </a:xfrm>
            <a:custGeom>
              <a:avLst/>
              <a:gdLst>
                <a:gd name="connisteX0" fmla="*/ 0 w 5389880"/>
                <a:gd name="connsiteY0" fmla="*/ 0 h 2423795"/>
                <a:gd name="connisteX1" fmla="*/ 5389880 w 5389880"/>
                <a:gd name="connsiteY1" fmla="*/ 0 h 2423795"/>
                <a:gd name="connisteX2" fmla="*/ 5389880 w 5389880"/>
                <a:gd name="connsiteY2" fmla="*/ 2423795 h 2423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</a:cxnLst>
              <a:rect l="l" t="t" r="r" b="b"/>
              <a:pathLst>
                <a:path w="5389880" h="2423795">
                  <a:moveTo>
                    <a:pt x="0" y="0"/>
                  </a:moveTo>
                  <a:lnTo>
                    <a:pt x="5389880" y="0"/>
                  </a:lnTo>
                  <a:lnTo>
                    <a:pt x="5389880" y="2423795"/>
                  </a:lnTo>
                </a:path>
              </a:pathLst>
            </a:custGeom>
            <a:noFill/>
            <a:ln w="254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7" name="任意多边形 6"/>
            <p:cNvSpPr/>
            <p:nvPr/>
          </p:nvSpPr>
          <p:spPr>
            <a:xfrm rot="10800000">
              <a:off x="5522" y="5696"/>
              <a:ext cx="7347" cy="1481"/>
            </a:xfrm>
            <a:custGeom>
              <a:avLst/>
              <a:gdLst>
                <a:gd name="connisteX0" fmla="*/ 0 w 5389880"/>
                <a:gd name="connsiteY0" fmla="*/ 0 h 2423795"/>
                <a:gd name="connisteX1" fmla="*/ 5389880 w 5389880"/>
                <a:gd name="connsiteY1" fmla="*/ 0 h 2423795"/>
                <a:gd name="connisteX2" fmla="*/ 5389880 w 5389880"/>
                <a:gd name="connsiteY2" fmla="*/ 2423795 h 2423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</a:cxnLst>
              <a:rect l="l" t="t" r="r" b="b"/>
              <a:pathLst>
                <a:path w="5389880" h="2423795">
                  <a:moveTo>
                    <a:pt x="0" y="0"/>
                  </a:moveTo>
                  <a:lnTo>
                    <a:pt x="5389880" y="0"/>
                  </a:lnTo>
                  <a:lnTo>
                    <a:pt x="5389880" y="2423795"/>
                  </a:lnTo>
                </a:path>
              </a:pathLst>
            </a:custGeom>
            <a:noFill/>
            <a:ln w="254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12914" y="7177"/>
              <a:ext cx="763" cy="0"/>
            </a:xfrm>
            <a:prstGeom prst="line">
              <a:avLst/>
            </a:prstGeom>
            <a:ln w="25400" cmpd="sng">
              <a:solidFill>
                <a:srgbClr val="C0C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/>
            <p:cNvSpPr/>
            <p:nvPr/>
          </p:nvSpPr>
          <p:spPr>
            <a:xfrm>
              <a:off x="13604" y="7063"/>
              <a:ext cx="227" cy="227"/>
            </a:xfrm>
            <a:prstGeom prst="ellipse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6141" y="4041"/>
              <a:ext cx="6550" cy="2600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lnSpc>
                  <a:spcPct val="120000"/>
                </a:lnSpc>
              </a:pPr>
              <a:endParaRPr lang="zh-CN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algn="ctr" fontAlgn="auto">
                <a:lnSpc>
                  <a:spcPct val="120000"/>
                </a:lnSpc>
              </a:pPr>
              <a:r>
                <a:rPr 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人工智能</a:t>
              </a:r>
              <a:r>
                <a:rPr lang="en-US" altLang="zh-CN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 1 </a:t>
              </a: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班</a:t>
              </a:r>
              <a:endParaRPr lang="zh-CN" altLang="en-US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algn="ctr" fontAlgn="auto">
                <a:lnSpc>
                  <a:spcPct val="120000"/>
                </a:lnSpc>
              </a:pPr>
              <a:r>
                <a:rPr lang="zh-CN" altLang="en-US" sz="2200">
                  <a:latin typeface="汉仪晓波折纸体简" panose="00020600040101010101" charset="-122"/>
                  <a:ea typeface="汉仪晓波折纸体简" panose="00020600040101010101" charset="-122"/>
                  <a:cs typeface="汉仪晓波折纸体简" panose="00020600040101010101" charset="-122"/>
                </a:rPr>
                <a:t>邹清宇</a:t>
              </a:r>
              <a:endParaRPr lang="zh-CN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endParaRPr lang="zh-CN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endParaRPr lang="zh-CN" altLang="en-US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  <a:p>
              <a:pPr fontAlgn="auto">
                <a:lnSpc>
                  <a:spcPct val="120000"/>
                </a:lnSpc>
              </a:pPr>
              <a:endParaRPr lang="zh-CN" altLang="en-US" sz="2200">
                <a:latin typeface="汉仪晓波折纸体简" panose="00020600040101010101" charset="-122"/>
                <a:ea typeface="汉仪晓波折纸体简" panose="00020600040101010101" charset="-122"/>
                <a:cs typeface="汉仪晓波折纸体简" panose="00020600040101010101" charset="-122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 descr="屏幕截图 2026-04-17 1417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2545"/>
            <a:ext cx="1219263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 descr="屏幕截图 2026-04-17 1417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6" name="图片 5" descr="屏幕截图 2026-05-06 1433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677660" cy="6858000"/>
          </a:xfrm>
          <a:prstGeom prst="rect">
            <a:avLst/>
          </a:prstGeom>
        </p:spPr>
      </p:pic>
      <p:pic>
        <p:nvPicPr>
          <p:cNvPr id="7" name="图片 6" descr="屏幕截图 2026-05-06 1433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990" y="79375"/>
            <a:ext cx="5124450" cy="1781175"/>
          </a:xfrm>
          <a:prstGeom prst="rect">
            <a:avLst/>
          </a:prstGeom>
        </p:spPr>
      </p:pic>
      <p:pic>
        <p:nvPicPr>
          <p:cNvPr id="8" name="图片 7" descr="屏幕截图 2026-05-06 1433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890" y="2222500"/>
            <a:ext cx="5162550" cy="1752600"/>
          </a:xfrm>
          <a:prstGeom prst="rect">
            <a:avLst/>
          </a:prstGeom>
        </p:spPr>
      </p:pic>
      <p:pic>
        <p:nvPicPr>
          <p:cNvPr id="9" name="图片 8" descr="屏幕截图 2026-05-06 14340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850" y="4105275"/>
            <a:ext cx="2343150" cy="25622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内容占位符 3" descr="屏幕截图 2026-05-06 143411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80365" y="203835"/>
            <a:ext cx="5105400" cy="1647825"/>
          </a:xfrm>
          <a:prstGeom prst="rect">
            <a:avLst/>
          </a:prstGeom>
        </p:spPr>
      </p:pic>
      <p:pic>
        <p:nvPicPr>
          <p:cNvPr id="7" name="图片 6" descr="屏幕截图 2026-05-06 1434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315" y="0"/>
            <a:ext cx="6623685" cy="6858000"/>
          </a:xfrm>
          <a:prstGeom prst="rect">
            <a:avLst/>
          </a:prstGeom>
        </p:spPr>
      </p:pic>
      <p:pic>
        <p:nvPicPr>
          <p:cNvPr id="8" name="图片 7" descr="屏幕截图 2026-05-06 1434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57730"/>
            <a:ext cx="4196080" cy="43192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内容占位符 3" descr="屏幕截图 2026-05-06 143449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761480" y="1825625"/>
            <a:ext cx="4227195" cy="4351655"/>
          </a:xfrm>
          <a:prstGeom prst="rect">
            <a:avLst/>
          </a:prstGeom>
        </p:spPr>
      </p:pic>
      <p:pic>
        <p:nvPicPr>
          <p:cNvPr id="5" name="图片 4" descr="屏幕截图 2026-05-06 1435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615" y="0"/>
            <a:ext cx="6638925" cy="6858000"/>
          </a:xfrm>
          <a:prstGeom prst="rect">
            <a:avLst/>
          </a:prstGeom>
        </p:spPr>
      </p:pic>
      <p:pic>
        <p:nvPicPr>
          <p:cNvPr id="6" name="图片 5" descr="屏幕截图 2026-05-06 14360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840" y="0"/>
            <a:ext cx="6233160" cy="6858000"/>
          </a:xfrm>
          <a:prstGeom prst="rect">
            <a:avLst/>
          </a:prstGeom>
        </p:spPr>
      </p:pic>
      <p:pic>
        <p:nvPicPr>
          <p:cNvPr id="7" name="图片 6" descr="屏幕截图 2026-05-06 1435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5884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7" name="屏幕录制 2026-05-06 143812">
            <a:hlinkClick r:id="" action="ppaction://media"/>
          </p:cNvPr>
          <p:cNvPicPr/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-635" y="0"/>
            <a:ext cx="12192635" cy="69062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内容占位符 3" descr="屏幕截图 2026-05-06 19043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3816350" cy="6858000"/>
          </a:xfrm>
          <a:prstGeom prst="rect">
            <a:avLst/>
          </a:prstGeom>
        </p:spPr>
      </p:pic>
      <p:pic>
        <p:nvPicPr>
          <p:cNvPr id="5" name="图片 4" descr="屏幕截图 2026-05-06 1904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8474710"/>
            <a:ext cx="19050" cy="19050"/>
          </a:xfrm>
          <a:prstGeom prst="rect">
            <a:avLst/>
          </a:prstGeom>
        </p:spPr>
      </p:pic>
      <p:pic>
        <p:nvPicPr>
          <p:cNvPr id="6" name="图片 5" descr="屏幕截图 2026-05-06 1909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820" y="0"/>
            <a:ext cx="855218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6" name="内容占位符 5" descr="屏幕截图 2026-05-06 190928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8657590" cy="4351655"/>
          </a:xfrm>
          <a:prstGeom prst="rect">
            <a:avLst/>
          </a:prstGeom>
        </p:spPr>
      </p:pic>
      <p:pic>
        <p:nvPicPr>
          <p:cNvPr id="7" name="图片 6" descr="屏幕截图 2026-05-06 1904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75" y="3419475"/>
            <a:ext cx="19050" cy="190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优化点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571500" indent="-571500">
              <a:buFont typeface="+mj-lt"/>
              <a:buAutoNum type="romanUcPeriod"/>
            </a:pPr>
            <a:r>
              <a:rPr lang="zh-CN" altLang="en-US"/>
              <a:t>排行榜</a:t>
            </a:r>
            <a:endParaRPr lang="zh-CN" altLang="en-US"/>
          </a:p>
          <a:p>
            <a:pPr marL="571500" indent="-571500">
              <a:buFont typeface="+mj-lt"/>
              <a:buAutoNum type="romanUcPeriod"/>
            </a:pPr>
            <a:r>
              <a:rPr lang="zh-CN" altLang="en-US"/>
              <a:t>语言选择</a:t>
            </a:r>
            <a:endParaRPr lang="zh-CN" altLang="en-US"/>
          </a:p>
          <a:p>
            <a:pPr marL="571500" indent="-571500">
              <a:buFont typeface="+mj-lt"/>
              <a:buAutoNum type="romanUcPeriod"/>
            </a:pPr>
            <a:r>
              <a:rPr lang="zh-CN" altLang="en-US"/>
              <a:t>界面</a:t>
            </a:r>
            <a:r>
              <a:rPr lang="zh-CN" altLang="en-US"/>
              <a:t>美化</a:t>
            </a:r>
            <a:endParaRPr lang="zh-CN" altLang="en-US"/>
          </a:p>
          <a:p>
            <a:pPr marL="571500" indent="-571500">
              <a:buFont typeface="+mj-lt"/>
              <a:buAutoNum type="romanUcPeriod"/>
            </a:pPr>
            <a:r>
              <a:rPr lang="en-US" altLang="zh-CN"/>
              <a:t>AI</a:t>
            </a:r>
            <a:r>
              <a:rPr lang="zh-CN" altLang="en-US"/>
              <a:t>强化</a:t>
            </a:r>
            <a:endParaRPr lang="zh-CN" altLang="en-US"/>
          </a:p>
          <a:p>
            <a:pPr marL="571500" indent="-571500">
              <a:buFont typeface="+mj-lt"/>
              <a:buAutoNum type="romanUcPeriod"/>
            </a:pPr>
            <a:r>
              <a:rPr lang="zh-CN" altLang="en-US"/>
              <a:t>六子</a:t>
            </a:r>
            <a:r>
              <a:rPr lang="zh-CN" altLang="en-US"/>
              <a:t>棋</a:t>
            </a:r>
            <a:endParaRPr lang="zh-CN" altLang="en-US"/>
          </a:p>
          <a:p>
            <a:pPr marL="571500" indent="-571500">
              <a:buFont typeface="+mj-lt"/>
              <a:buAutoNum type="romanUcPeriod"/>
            </a:pPr>
            <a:endParaRPr lang="zh-CN" altLang="en-US"/>
          </a:p>
          <a:p>
            <a:pPr marL="571500" indent="-571500">
              <a:buFont typeface="+mj-lt"/>
              <a:buAutoNum type="romanUcPeriod"/>
            </a:pPr>
            <a:endParaRPr lang="zh-CN" altLang="en-US"/>
          </a:p>
          <a:p>
            <a:pPr marL="571500" indent="-571500">
              <a:buFont typeface="+mj-lt"/>
              <a:buAutoNum type="romanUcPeriod"/>
            </a:pP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1.1,&quot;left&quot;:370,&quot;top&quot;:158.85,&quot;width&quot;:486.4}"/>
  <p:tag name="KSO_DOCER_RESOURCE_TRACE_INFO" val="{&quot;id&quot;:&quot;50071193&quot;,&quot;origin&quot;:0,&quot;type&quot;:&quot;textbox&quot;,&quot;user&quot;:&quot;959155423&quot;}"/>
</p:tagLst>
</file>

<file path=ppt/tags/tag2.xml><?xml version="1.0" encoding="utf-8"?>
<p:tagLst xmlns:p="http://schemas.openxmlformats.org/presentationml/2006/main">
  <p:tag name="KSO_WM_DIAGRAM_VIRTUALLY_FRAME" val="{&quot;height&quot;:211.1,&quot;left&quot;:370,&quot;top&quot;:158.85,&quot;width&quot;:486.4}"/>
</p:tagLst>
</file>

<file path=ppt/tags/tag3.xml><?xml version="1.0" encoding="utf-8"?>
<p:tagLst xmlns:p="http://schemas.openxmlformats.org/presentationml/2006/main">
  <p:tag name="KSO_WM_DIAGRAM_VIRTUALLY_FRAME" val="{&quot;height&quot;:211.1,&quot;left&quot;:370,&quot;top&quot;:158.85,&quot;width&quot;:486.4}"/>
</p:tagLst>
</file>

<file path=ppt/tags/tag4.xml><?xml version="1.0" encoding="utf-8"?>
<p:tagLst xmlns:p="http://schemas.openxmlformats.org/presentationml/2006/main">
  <p:tag name="KSO_WM_DIAGRAM_VIRTUALLY_FRAME" val="{&quot;height&quot;:211.1,&quot;left&quot;:370,&quot;top&quot;:158.85,&quot;width&quot;:486.4}"/>
</p:tagLst>
</file>

<file path=ppt/tags/tag5.xml><?xml version="1.0" encoding="utf-8"?>
<p:tagLst xmlns:p="http://schemas.openxmlformats.org/presentationml/2006/main">
  <p:tag name="KSO_DOCER_RESOURCE_TRACE_INFO" val="{&quot;id&quot;:&quot;20342018&quot;,&quot;origin&quot;:0,&quot;type&quot;:&quot;textbox&quot;,&quot;user&quot;:&quot;959155423&quot;}"/>
</p:tagLst>
</file>

<file path=ppt/tags/tag6.xml><?xml version="1.0" encoding="utf-8"?>
<p:tagLst xmlns:p="http://schemas.openxmlformats.org/presentationml/2006/main">
  <p:tag name="KSO_DOCER_RESOURCE_TRACE_INFO" val="{&quot;id&quot;:&quot;20342018&quot;,&quot;origin&quot;:0,&quot;type&quot;:&quot;textbox&quot;,&quot;user&quot;:&quot;959155423&quot;}"/>
</p:tagLst>
</file>

<file path=ppt/tags/tag7.xml><?xml version="1.0" encoding="utf-8"?>
<p:tagLst xmlns:p="http://schemas.openxmlformats.org/presentationml/2006/main">
  <p:tag name="resource_record_key" val="{&quot;19&quot;:[50071193,20342018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WPS 演示</Application>
  <PresentationFormat>宽屏</PresentationFormat>
  <Paragraphs>24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汉仪晓波折纸体简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一非人</dc:creator>
  <cp:lastModifiedBy>淡然.</cp:lastModifiedBy>
  <cp:revision>10</cp:revision>
  <dcterms:created xsi:type="dcterms:W3CDTF">2023-08-09T12:44:00Z</dcterms:created>
  <dcterms:modified xsi:type="dcterms:W3CDTF">2026-05-06T12:07:32Z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C078A5F943814C89869F6ACEAECA26D1_12</vt:lpwstr>
  </property>
</Properties>
</file>