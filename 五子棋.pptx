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ce812b4b764f1e" /><Relationship Type="http://schemas.openxmlformats.org/officeDocument/2006/relationships/extended-properties" Target="/docProps/app.xml" Id="R4217ccba481f4899" /><Relationship Type="http://schemas.openxmlformats.org/officeDocument/2006/relationships/officeDocument" Target="/ppt/presentation.xml" Id="Rcf408f00dafd47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c9d1bd19004fa3"/>
  </p:sldMasterIdLst>
  <p:notesMasterIdLst>
    <p:notesMasterId xmlns:r="http://schemas.openxmlformats.org/officeDocument/2006/relationships" r:id="Rcaa5c24eb00b4160"/>
  </p:notesMasterIdLst>
  <p:sldIdLst>
    <p:sldId xmlns:r="http://schemas.openxmlformats.org/officeDocument/2006/relationships" id="256" r:id="Re0ba818f0be546d4"/>
    <p:sldId xmlns:r="http://schemas.openxmlformats.org/officeDocument/2006/relationships" id="257" r:id="Rb8adda80affe4fba"/>
    <p:sldId xmlns:r="http://schemas.openxmlformats.org/officeDocument/2006/relationships" id="258" r:id="R2ad0a22a2c1a4067"/>
    <p:sldId xmlns:r="http://schemas.openxmlformats.org/officeDocument/2006/relationships" id="259" r:id="R482021dd1f3a4c4e"/>
    <p:sldId xmlns:r="http://schemas.openxmlformats.org/officeDocument/2006/relationships" id="260" r:id="R41737a3c6f354ef0"/>
    <p:sldId xmlns:r="http://schemas.openxmlformats.org/officeDocument/2006/relationships" id="261" r:id="Rd518e01db05745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9d1bd19004fa3" /><Relationship Type="http://schemas.openxmlformats.org/officeDocument/2006/relationships/theme" Target="/ppt/theme/theme1.xml" Id="Re02cc5ec55f44761" /><Relationship Type="http://schemas.openxmlformats.org/officeDocument/2006/relationships/notesMaster" Target="/ppt/notesMasters/notesMaster1.xml" Id="Rcaa5c24eb00b4160" /><Relationship Type="http://schemas.openxmlformats.org/officeDocument/2006/relationships/presProps" Target="/ppt/presProps.xml" Id="Ra44984fef7f045fe" /><Relationship Type="http://schemas.openxmlformats.org/officeDocument/2006/relationships/viewProps" Target="/ppt/viewProps.xml" Id="Rfc08e971c8b34534" /><Relationship Type="http://schemas.openxmlformats.org/officeDocument/2006/relationships/tableStyles" Target="/ppt/tableStyles.xml" Id="R0ec8c44d7a094273" /><Relationship Type="http://schemas.openxmlformats.org/officeDocument/2006/relationships/slide" Target="/ppt/slides/slide1.xml" Id="Re0ba818f0be546d4" /><Relationship Type="http://schemas.openxmlformats.org/officeDocument/2006/relationships/slide" Target="/ppt/slides/slide2.xml" Id="Rb8adda80affe4fba" /><Relationship Type="http://schemas.openxmlformats.org/officeDocument/2006/relationships/slide" Target="/ppt/slides/slide3.xml" Id="R2ad0a22a2c1a4067" /><Relationship Type="http://schemas.openxmlformats.org/officeDocument/2006/relationships/slide" Target="/ppt/slides/slide4.xml" Id="R482021dd1f3a4c4e" /><Relationship Type="http://schemas.openxmlformats.org/officeDocument/2006/relationships/slide" Target="/ppt/slides/slide5.xml" Id="R41737a3c6f354ef0" /><Relationship Type="http://schemas.openxmlformats.org/officeDocument/2006/relationships/slide" Target="/ppt/slides/slide6.xml" Id="Rd518e01db05745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03c77f33b904d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6f8007cca04bf0" /><Relationship Type="http://schemas.openxmlformats.org/officeDocument/2006/relationships/notesMaster" Target="/ppt/notesMasters/notesMaster1.xml" Id="R441013db729940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538dbea16a4d29" /><Relationship Type="http://schemas.openxmlformats.org/officeDocument/2006/relationships/notesMaster" Target="/ppt/notesMasters/notesMaster1.xml" Id="Rd43fd967de9144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543c279fb74c57" /><Relationship Type="http://schemas.openxmlformats.org/officeDocument/2006/relationships/notesMaster" Target="/ppt/notesMasters/notesMaster1.xml" Id="R23b93d7b9f074b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644cb1d3564c29" /><Relationship Type="http://schemas.openxmlformats.org/officeDocument/2006/relationships/notesMaster" Target="/ppt/notesMasters/notesMaster1.xml" Id="R3989a382c37240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35e17622784d71" /><Relationship Type="http://schemas.openxmlformats.org/officeDocument/2006/relationships/notesMaster" Target="/ppt/notesMasters/notesMaster1.xml" Id="Rff3f9f886f9746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5cc4d047b144ce" /><Relationship Type="http://schemas.openxmlformats.org/officeDocument/2006/relationships/notesMaster" Target="/ppt/notesMasters/notesMaster1.xml" Id="R531c759522dc41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f1bb6a1014cf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a174a777b0d4f4b" /><Relationship Type="http://schemas.openxmlformats.org/officeDocument/2006/relationships/slideLayout" Target="/ppt/slideLayouts/slideLayout2.xml" Id="R18b2b0ff5e0d45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b2b0ff5e0d45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8b3f6c0657434a" /><Relationship Type="http://schemas.openxmlformats.org/officeDocument/2006/relationships/image" Target="/ppt/media/image.png" Id="Rb8fa80aae0174af4" /><Relationship Type="http://schemas.openxmlformats.org/officeDocument/2006/relationships/notesSlide" Target="/ppt/notesSlides/notesSlide1.xml" Id="R67c6f8913b1049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faa444eed5489d" /><Relationship Type="http://schemas.openxmlformats.org/officeDocument/2006/relationships/image" Target="/ppt/media/image2.png" Id="Rf21c1983974043aa" /><Relationship Type="http://schemas.openxmlformats.org/officeDocument/2006/relationships/notesSlide" Target="/ppt/notesSlides/notesSlide2.xml" Id="R43f07789ffd94f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54b452b1bc4c7a" /><Relationship Type="http://schemas.openxmlformats.org/officeDocument/2006/relationships/image" Target="/ppt/media/image3.png" Id="R4338223687d74cfb" /><Relationship Type="http://schemas.openxmlformats.org/officeDocument/2006/relationships/notesSlide" Target="/ppt/notesSlides/notesSlide3.xml" Id="R2b85bd40f25444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096d937f0f4fe1" /><Relationship Type="http://schemas.openxmlformats.org/officeDocument/2006/relationships/notesSlide" Target="/ppt/notesSlides/notesSlide4.xml" Id="Rf97e707a01d14e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032da60b9948bc" /><Relationship Type="http://schemas.openxmlformats.org/officeDocument/2006/relationships/notesSlide" Target="/ppt/notesSlides/notesSlide5.xml" Id="R501668b86dc94d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c9e832182e40e8" /><Relationship Type="http://schemas.openxmlformats.org/officeDocument/2006/relationships/image" Target="/ppt/media/image4.png" Id="R758b12e4969a4973" /><Relationship Type="http://schemas.openxmlformats.org/officeDocument/2006/relationships/notesSlide" Target="/ppt/notesSlides/notesSlide6.xml" Id="R563dbcf6c9ad4f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a80aae0174a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74535-BF26-4E8B-A8F3-53438690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20D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0A284-8689-4E00-B8AC-3E6202F7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20D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1CF36-B514-4AB7-B4B8-077CAADA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D479C-8666-4314-AE84-6AF7F725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581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22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凡人修仙传 · 五子棋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B791D-50AE-496C-BDB8-AED0DE47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0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rPr>
              <a:t>基于 EasyX 的古风棋类小游戏课程设计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8A35D-F7CF-4DCD-8969-BEC976AD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8E8">
                    <a:alpha val="86667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8E8">
                    <a:alpha val="86667"/>
                  </a:srgbClr>
                </a:solidFill>
                <a:latin typeface="Microsoft YaHei"/>
                <a:ea typeface="Microsoft YaHei"/>
                <a:cs typeface="Microsoft YaHei"/>
              </a:rPr>
              <a:t>账号系统、AI 对战、五子/六子规则、残局挑战和本地统计已经形成完整闭环。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37640-4DFC-4341-BD17-0B0A0EB0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8">
              <a:alpha val="90196"/>
            </a:srgbClr>
          </a:solidFill>
          <a:ln xmlns:a="http://schemas.openxmlformats.org/drawingml/2006/main" w="9525">
            <a:solidFill>
              <a:srgbClr val="D9B6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04DE1-5C46-4ED7-90A6-B30542AD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rPr>
              <a:t>古风界面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3CBD3-9C10-485E-8470-ABE37EAC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3385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8">
              <a:alpha val="90196"/>
            </a:srgbClr>
          </a:solidFill>
          <a:ln xmlns:a="http://schemas.openxmlformats.org/drawingml/2006/main" w="9525">
            <a:solidFill>
              <a:srgbClr val="5FC9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30748-12FC-4996-B230-B1F84A18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00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rPr>
              <a:t>AI 对弈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86A44-E5F8-48F5-B1A5-0AE40CB5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338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8">
              <a:alpha val="90196"/>
            </a:srgbClr>
          </a:solidFill>
          <a:ln xmlns:a="http://schemas.openxmlformats.org/drawingml/2006/main" w="9525">
            <a:solidFill>
              <a:srgbClr val="6EA8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466CD-D056-4DB5-8981-31DA1D60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100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rPr>
              <a:t>六子棋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59640-A7EF-4F03-877E-AE87D833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8">
              <a:alpha val="90196"/>
            </a:srgbClr>
          </a:solidFill>
          <a:ln xmlns:a="http://schemas.openxmlformats.org/drawingml/2006/main" w="9525">
            <a:solidFill>
              <a:srgbClr val="D9B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C977E-1FDA-4EB1-8C76-F44BA5AC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006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rPr>
              <a:t>账号 · 存档 · 排行榜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55973-F942-4C8D-8DDC-957D18F6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24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8">
              <a:alpha val="90196"/>
            </a:srgbClr>
          </a:solidFill>
          <a:ln xmlns:a="http://schemas.openxmlformats.org/drawingml/2006/main" w="9525">
            <a:solidFill>
              <a:srgbClr val="5FC9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D01B9-12CB-4B59-BB91-777456F4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00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rPr>
              <a:t>残局挑战 · 心眼提示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C9884-8BBE-4CF8-A0F3-FC2F4B9F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人工智能 1 班  邹清宇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82BA7-E409-4EA3-BA80-D99A795F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B66F">
                    <a:alpha val="66667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9B66F">
                    <a:alpha val="66667"/>
                  </a:srgbClr>
                </a:solidFill>
                <a:latin typeface="Microsoft YaHei"/>
                <a:ea typeface="Microsoft YaHei"/>
                <a:cs typeface="Microsoft YaHei"/>
              </a:rPr>
              <a:t>凡人修仙传 · 五子棋  /  01</a:t>
            </a:r>
          </a:p>
        </p:txBody>
      </p:sp>
    </p:spTree>
    <p:extLst>
      <p:ext uri="{BB962C8B-B14F-4D97-AF65-F5344CB8AC3E}">
        <p14:creationId xmlns:p14="http://schemas.microsoft.com/office/powerpoint/2010/main" val="6705422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B3236-2919-4F69-8173-844A6634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c1983974043aa"/>
          <a:srcRect xmlns:a="http://schemas.openxmlformats.org/drawingml/2006/main" l="35893" t="0" r="35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0"/>
            <a:ext cx="45148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7B221-9D62-491C-A67D-24F82C96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0"/>
            <a:ext cx="4514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20D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C83836A-0CA9-4E70-AC89-26801B54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8C493A6-1AAE-4DCA-9534-EF17EAF8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2B2118"/>
                </a:solidFill>
                <a:latin typeface="Microsoft YaHei UI"/>
                <a:ea typeface="Microsoft YaHei UI"/>
                <a:cs typeface="Microsoft YaHei UI"/>
              </a:rPr>
              <a:t>项目总览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A2361-6AA7-42A2-8D6A-9E098487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当前程序已经从单局棋盘变成完整游戏闭环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F4F6C-DAEA-4E88-996F-4EB5BF89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638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1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B2118"/>
                </a:solidFill>
                <a:latin typeface="Microsoft YaHei"/>
                <a:ea typeface="Microsoft YaHei"/>
                <a:cs typeface="Microsoft YaHei"/>
              </a:rPr>
              <a:t>入口、对局、智能辅助和数据沉淀彼此连接，玩家能从登录进入玩法，再把胜负、经验和排行保存下来。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AFF9F-19BE-45E7-B0D8-736213CB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43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96078"/>
            </a:srgbClr>
          </a:solidFill>
          <a:ln xmlns:a="http://schemas.openxmlformats.org/drawingml/2006/main" w="9525">
            <a:solidFill>
              <a:srgbClr val="D9B66F">
                <a:alpha val="6666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267CA-21CC-4B5E-9062-6BEF2922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476F8-0126-4878-A6BC-83EB3D0D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账号入口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24ED9-AA48-4A0A-804C-403CDCA9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登录、注册、改密、忘记密码与游客进入。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75B0D-F224-43BE-8BFC-968E91C9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343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96078"/>
            </a:srgbClr>
          </a:solidFill>
          <a:ln xmlns:a="http://schemas.openxmlformats.org/drawingml/2006/main" w="9525">
            <a:solidFill>
              <a:srgbClr val="5FC9AA">
                <a:alpha val="66667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970F7-2A24-4C3C-AB19-8AE64728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C9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740DE-44CC-4E43-8B9B-23A1AC4E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对局规则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DF831-F233-4E48-83E2-C11E319F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五子棋、六子棋、禁手和残局挑战。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7A18D-92F5-45D6-87FC-32D36B7F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343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96078"/>
            </a:srgbClr>
          </a:solidFill>
          <a:ln xmlns:a="http://schemas.openxmlformats.org/drawingml/2006/main" w="9525">
            <a:solidFill>
              <a:srgbClr val="6EA8D7">
                <a:alpha val="66667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39804-5388-43EF-B68B-20EA1825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D7A03-8867-4DAD-839C-D6966960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智能辅助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80B76-7A3E-4690-9E2C-DE63EA5E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AI 落子、威胁评分、心眼提示和悔棋。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5530C-B01E-442E-9559-FB334312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95750"/>
            <a:ext cx="2343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96078"/>
            </a:srgbClr>
          </a:solidFill>
          <a:ln xmlns:a="http://schemas.openxmlformats.org/drawingml/2006/main" w="9525">
            <a:solidFill>
              <a:srgbClr val="B64A3C">
                <a:alpha val="6666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9B7BA-878E-4D79-943E-051EBDA9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FE849-2673-468E-8950-8B045052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00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数据沉淀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303E3-6D45-41D4-9D07-BF7DDBE3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4820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存档、个人统计、经验境界和排行榜。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E49D4F-34B3-47BB-AD9F-85B221DB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908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5AA3A-DBF1-4A1E-A9D9-D8ABC8B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863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33D49-75BD-40DA-A504-C86AD390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6195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DA7AEB-37E1-44BE-BF81-2897C0D9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195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662402-AB41-45C4-9291-608ABA8A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811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成品定位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30944E-4560-4B13-8BD4-D9545B17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621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rPr>
              <a:t>古风主题</a:t>
            </a:r>
          </a:p>
          <a:p xmlns:a="http://schemas.openxmlformats.org/drawingml/2006/main">
            <a:pPr algn="l">
              <a:defRPr sz="22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rPr>
              <a:t>规则变体</a:t>
            </a:r>
          </a:p>
          <a:p xmlns:a="http://schemas.openxmlformats.org/drawingml/2006/main">
            <a:pPr algn="l">
              <a:defRPr sz="22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rPr>
              <a:t>AI 对战</a:t>
            </a:r>
          </a:p>
          <a:p xmlns:a="http://schemas.openxmlformats.org/drawingml/2006/main">
            <a:pPr algn="l">
              <a:defRPr sz="22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rPr>
              <a:t>长期数据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D4778B-8653-406B-A490-0108424E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8E8">
                    <a:alpha val="86667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8E8">
                    <a:alpha val="86667"/>
                  </a:srgbClr>
                </a:solidFill>
                <a:latin typeface="Microsoft YaHei"/>
                <a:ea typeface="Microsoft YaHei"/>
                <a:cs typeface="Microsoft YaHei"/>
              </a:rPr>
              <a:t>不是只演示棋盘绘制，而是展示一个可登录、可挑战、可保存、可成长的小游戏。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E87CA9-A885-402A-91D6-6B7C0C77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B66F">
                    <a:alpha val="66667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9B66F">
                    <a:alpha val="66667"/>
                  </a:srgbClr>
                </a:solidFill>
                <a:latin typeface="Microsoft YaHei"/>
                <a:ea typeface="Microsoft YaHei"/>
                <a:cs typeface="Microsoft YaHei"/>
              </a:rPr>
              <a:t>凡人修仙传 · 五子棋  /  02</a:t>
            </a:r>
          </a:p>
        </p:txBody>
      </p:sp>
    </p:spTree>
    <p:extLst>
      <p:ext uri="{BB962C8B-B14F-4D97-AF65-F5344CB8AC3E}">
        <p14:creationId xmlns:p14="http://schemas.microsoft.com/office/powerpoint/2010/main" val="16706352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E168F8-8F52-4889-B4DF-AA438490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7233E38-D539-4C92-B22B-65D12998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286B068-658C-4ED7-9085-79C44A18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2B2118"/>
                </a:solidFill>
                <a:latin typeface="Microsoft YaHei UI"/>
                <a:ea typeface="Microsoft YaHei UI"/>
                <a:cs typeface="Microsoft YaHei UI"/>
              </a:rPr>
              <a:t>玩法体验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9B6D2-F967-45AF-860B-BF7CCAA5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模式、难度和快捷操作让游戏更适合反复游玩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955D9-1B95-499B-8155-92E7EEB5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09725"/>
            <a:ext cx="46101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40000"/>
            </a:srgbClr>
          </a:solidFill>
          <a:ln xmlns:a="http://schemas.openxmlformats.org/drawingml/2006/main" w="9525">
            <a:solidFill>
              <a:srgbClr val="D9B66F">
                <a:alpha val="53333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8223687d74cfb"/>
          <a:srcRect xmlns:a="http://schemas.openxmlformats.org/drawingml/2006/main" l="0" t="1253" r="0" b="1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657350"/>
            <a:ext cx="4514850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C05F1-2E0C-47F7-99EC-64B2A244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4457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主菜单承载开始游戏、残局挑战、继续游戏、设置、个人数据和排行榜，路径比旧稿更完整。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FEC43-00EF-49CC-8C38-CBFD7F4E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52600"/>
            <a:ext cx="5715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C8">
              <a:alpha val="96078"/>
            </a:srgbClr>
          </a:solidFill>
          <a:ln xmlns:a="http://schemas.openxmlformats.org/drawingml/2006/main" w="9525">
            <a:solidFill>
              <a:srgbClr val="D9B66F">
                <a:alpha val="4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6C343-44DB-4EFF-A1C8-87828EFD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621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当前玩法矩阵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8DB24-77E6-40F3-82F9-04281004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604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7A6040"/>
                </a:solidFill>
                <a:latin typeface="Microsoft YaHei UI"/>
                <a:ea typeface="Microsoft YaHei UI"/>
                <a:cs typeface="Microsoft YaHei UI"/>
              </a:rPr>
              <a:t>模式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6832E-7DC1-4DB0-828E-8AD7FF16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765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604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7A6040"/>
                </a:solidFill>
                <a:latin typeface="Microsoft YaHei UI"/>
                <a:ea typeface="Microsoft YaHei UI"/>
                <a:cs typeface="Microsoft YaHei UI"/>
              </a:rPr>
              <a:t>规则重点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85F06-310F-4B74-86BC-2665653B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604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7A6040"/>
                </a:solidFill>
                <a:latin typeface="Microsoft YaHei UI"/>
                <a:ea typeface="Microsoft YaHei UI"/>
                <a:cs typeface="Microsoft YaHei UI"/>
              </a:rPr>
              <a:t>体验价值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0E347-1A91-45BC-9085-4691C671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9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B0A33-A404-490B-BDA0-F56B4F19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五子棋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0701A-7646-475D-AC82-B041322B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765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可开禁手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91DAD-B08C-470D-B5FC-C229258B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765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标准对局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9D00A-349A-4618-83EE-EA876983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9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C9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7B603-CCCC-45B8-B91A-799BC7B7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433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六子棋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F5564-6479-4307-A2A7-1A906B98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623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首手 1 子后每轮 2 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73572-75CC-4A6B-9367-DC63DA20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623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规则创新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2F6BC-6046-4C24-8E35-9DAF892D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9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42AC1-8557-4210-B331-BA7A613C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291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残局挑战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53D8E-91F8-4FDA-81EA-2BCBFD0C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481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限 2 手破局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D823F-8111-4A3D-9B12-8718B041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481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短局训练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878347-5329-44D1-A19E-1FCE7822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67350"/>
            <a:ext cx="546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8"/>
          </a:solidFill>
          <a:ln xmlns:a="http://schemas.openxmlformats.org/drawingml/2006/main" w="9525">
            <a:solidFill>
              <a:srgbClr val="D9B6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297359-DCDE-4F45-BDB7-2E1C8487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00700"/>
            <a:ext cx="508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R 悔棋 / H 心眼提示 / 存档 / 求和 / 认输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883071-15AC-4DBA-8262-DD206088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B66F">
                    <a:alpha val="66667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9B66F">
                    <a:alpha val="66667"/>
                  </a:srgbClr>
                </a:solidFill>
                <a:latin typeface="Microsoft YaHei"/>
                <a:ea typeface="Microsoft YaHei"/>
                <a:cs typeface="Microsoft YaHei"/>
              </a:rPr>
              <a:t>凡人修仙传 · 五子棋  /  03</a:t>
            </a:r>
          </a:p>
        </p:txBody>
      </p:sp>
    </p:spTree>
    <p:extLst>
      <p:ext uri="{BB962C8B-B14F-4D97-AF65-F5344CB8AC3E}">
        <p14:creationId xmlns:p14="http://schemas.microsoft.com/office/powerpoint/2010/main" val="8318000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27C39C-9FE3-463F-A4B4-C8FD6322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2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08D41B5-2061-4B19-ABC6-B9DF0AFF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02F896-2054-4C8C-AE3A-1A4D3A29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规则与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8DDFC-7BA8-41DA-821E-657F382C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rPr>
              <a:t>落子决策围绕“合法、威胁、攻守”三步收敛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7AB9B-FAD2-4AC8-95E7-B3B043F8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905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8"/>
          </a:solidFill>
          <a:ln xmlns:a="http://schemas.openxmlformats.org/drawingml/2006/main" w="19050">
            <a:solidFill>
              <a:srgbClr val="D9B6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58094-7179-4D5C-BE48-28584869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1333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9CB4A-6D82-471C-84F2-E1D8594B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1333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02081-0DF9-4924-BDBE-B435943B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62150"/>
            <a:ext cx="1333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327B7-1821-48C1-B374-07CD8023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62150"/>
            <a:ext cx="1333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4CCB2-2252-4D10-AC4E-AA5C0D9E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62150"/>
            <a:ext cx="1333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9D6A8-73AF-4941-9F28-D02364FB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62150"/>
            <a:ext cx="1333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68BA4-0F8F-4935-A37E-3A30B5D8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62150"/>
            <a:ext cx="1333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F1C3C-72A5-4D23-94B9-883AE463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62150"/>
            <a:ext cx="1333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34EF8-7A3E-4774-8402-B8743BC9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62150"/>
            <a:ext cx="1333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292CA-067D-4455-AA34-7B2A1A9E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62150"/>
            <a:ext cx="1333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AC955-929F-4C05-B115-87A982DC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62150"/>
            <a:ext cx="1333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63AED-A6BF-4956-8263-E9A63B81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1333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16010-35AD-45B1-B25C-F5C666C5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3562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94576-9505-4A4A-A69B-89C0AB26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3562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14BE4-AD86-44B6-8475-DB8CF860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3562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3FDEC-E2C6-40D0-8E57-AFD8503D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3562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57CF1-B93B-47F9-BAEC-4BD2F7EA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562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8D13F-B619-4388-8A20-EF736A3E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3562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6AEE1-940A-41A1-9E89-47E53A0E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562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419F52-8B37-4FFD-B63E-6BAA7EE7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562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6F40C-1EFB-458A-A17E-3C7FD557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562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1BE8D-D413-4FAD-8115-F96C170B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3562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270A6A-81F1-45B4-A241-64EAD24A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1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CE17BC-C0AF-4866-ABFA-C7DA6628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9B66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4985A8-F244-4ACF-8D04-D9F8C870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9B66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D5D240-ED76-4E28-9452-C3DA2360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95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1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1AAF5E-9AAB-4066-9F2E-0D136C58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495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1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773DCC-991B-46F7-ADBB-9A112E78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95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9B66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97C464-0368-410E-BFD2-BE4187F3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C9AA">
              <a:alpha val="53333"/>
            </a:srgbClr>
          </a:solidFill>
          <a:ln xmlns:a="http://schemas.openxmlformats.org/drawingml/2006/main" w="19050">
            <a:solidFill>
              <a:srgbClr val="5FC9A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64EF3F-9F15-49FB-B5D9-443E72F3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C9A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5FC9AA"/>
                </a:solidFill>
                <a:latin typeface="Microsoft YaHei UI"/>
                <a:ea typeface="Microsoft YaHei UI"/>
                <a:cs typeface="Microsoft YaHei UI"/>
              </a:rPr>
              <a:t>心眼提示候选点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24559E-8BD7-4B65-B34B-87674CA9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411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8E8">
                    <a:alpha val="86667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8E8">
                    <a:alpha val="86667"/>
                  </a:srgbClr>
                </a:solidFill>
                <a:latin typeface="Microsoft YaHei"/>
                <a:ea typeface="Microsoft YaHei"/>
                <a:cs typeface="Microsoft YaHei"/>
              </a:rPr>
              <a:t>提示点只服务于攻防判断，不替代玩家落子；六子棋模式下 AI 会按多子回合连续落子。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B66AC6-AF11-43A3-A357-A0CB7E7E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24050"/>
            <a:ext cx="1657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93725"/>
            </a:srgbClr>
          </a:solidFill>
          <a:ln xmlns:a="http://schemas.openxmlformats.org/drawingml/2006/main" w="9525">
            <a:solidFill>
              <a:srgbClr val="D9B66F">
                <a:alpha val="66667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B1CA9B-54C1-4FC6-838F-EE137890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65478E-27D4-4695-90BE-39BC3BCA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合法过滤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EEAE17-8B6B-4647-B960-76973227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384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边界、空位、禁手先排除。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1DE0D5-A82C-4424-9B24-344BF102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1657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93725"/>
            </a:srgbClr>
          </a:solidFill>
          <a:ln xmlns:a="http://schemas.openxmlformats.org/drawingml/2006/main" w="9525">
            <a:solidFill>
              <a:srgbClr val="5FC9AA">
                <a:alpha val="66667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CAF206-6301-45FA-B878-F962F238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C9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CAE9AA-CDC2-4EC4-9D7B-6476F521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威胁评分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350814-4EED-4409-B1D4-53C46D17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384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活三、冲四、连线长度动态加权。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FB2499-62B8-4871-9394-FBBC8B33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24050"/>
            <a:ext cx="1657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93725"/>
            </a:srgbClr>
          </a:solidFill>
          <a:ln xmlns:a="http://schemas.openxmlformats.org/drawingml/2006/main" w="9525">
            <a:solidFill>
              <a:srgbClr val="6EA8D7">
                <a:alpha val="66667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23524F-080A-48D2-A0CE-310AFCF6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95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5BCEA8-67CF-46B1-9923-FEDB0F7A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383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攻守选择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783423-B6DB-490E-BEC7-7F40B582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384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优先胜招，再拦截对手威胁。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621724-D032-4408-B74E-5602A839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479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96853D-97AB-46C2-9130-315E5645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479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764853-F28D-4C07-8593-63260EB6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00450"/>
            <a:ext cx="5772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8"/>
          </a:solidFill>
          <a:ln xmlns:a="http://schemas.openxmlformats.org/drawingml/2006/main" w="9525">
            <a:solidFill>
              <a:srgbClr val="D9B66F">
                <a:alpha val="4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E62DF8-D625-4D7E-956A-541BF4FF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21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核心函数只保留汇报必要信息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56FFDC-1852-457D-BF23-0C3CFCA4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05300"/>
            <a:ext cx="521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rPr>
              <a:t>isForbiddenMove() · evaluatePointAdvanced() · playAITurn() · drawHintMarkers()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19ED31-FA28-4EB1-BF5F-5CA494EE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B66F">
                    <a:alpha val="66667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9B66F">
                    <a:alpha val="66667"/>
                  </a:srgbClr>
                </a:solidFill>
                <a:latin typeface="Microsoft YaHei"/>
                <a:ea typeface="Microsoft YaHei"/>
                <a:cs typeface="Microsoft YaHei"/>
              </a:rPr>
              <a:t>凡人修仙传 · 五子棋  /  04</a:t>
            </a:r>
          </a:p>
        </p:txBody>
      </p:sp>
    </p:spTree>
    <p:extLst>
      <p:ext uri="{BB962C8B-B14F-4D97-AF65-F5344CB8AC3E}">
        <p14:creationId xmlns:p14="http://schemas.microsoft.com/office/powerpoint/2010/main" val="4555122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D4290-D731-4986-8892-39056146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8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10CFA0B-13AF-408A-8019-86A37F09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134A1E7-B7C5-4462-824C-E9A6E6E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账号与数据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A644B-1998-4DAE-8AD0-612A7635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FF8E8"/>
                </a:solidFill>
                <a:latin typeface="Microsoft YaHei UI"/>
                <a:ea typeface="Microsoft YaHei UI"/>
                <a:cs typeface="Microsoft YaHei UI"/>
              </a:rPr>
              <a:t>本地文件让账号、进度和排行具备连续性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765C2-F9CF-4B9E-9083-192FDE41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94510"/>
            </a:srgbClr>
          </a:solidFill>
          <a:ln xmlns:a="http://schemas.openxmlformats.org/drawingml/2006/main" w="9525">
            <a:solidFill>
              <a:srgbClr val="D9B66F">
                <a:alpha val="66667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3E514-FF46-420E-A434-A2207891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登录注册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E259E-C6F8-4DE3-8A75-79CDCE66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用户名校验与密码保护。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27EB8-604F-4A95-94A4-E2BFB3DB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193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94510"/>
            </a:srgbClr>
          </a:solidFill>
          <a:ln xmlns:a="http://schemas.openxmlformats.org/drawingml/2006/main" w="9525">
            <a:solidFill>
              <a:srgbClr val="5FC9AA">
                <a:alpha val="6666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9527F-299B-4660-A77B-8DD5A028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开始对局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EBC49-8D37-4E6E-A747-1C587602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规则、难度、执棋颜色生效。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F4364-2352-45DC-A96E-BBD0574F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193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94510"/>
            </a:srgbClr>
          </a:solidFill>
          <a:ln xmlns:a="http://schemas.openxmlformats.org/drawingml/2006/main" w="9525">
            <a:solidFill>
              <a:srgbClr val="6EA8D7">
                <a:alpha val="6666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75A19-4A27-4B16-9AF7-E337857E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记录结果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8FAC8-3921-43D2-91E3-5E0FE30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276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胜负、步数、耗时、模式入库。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D85CA-9E8B-4821-9246-E1F8AFF8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3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824B6-A2DD-4619-A777-12EA590C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6493D-1B44-4E9B-A5D8-931153D5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5543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93333"/>
            </a:srgbClr>
          </a:solidFill>
          <a:ln xmlns:a="http://schemas.openxmlformats.org/drawingml/2006/main" w="9525">
            <a:solidFill>
              <a:srgbClr val="D9B66F">
                <a:alpha val="4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A09E4-852A-4499-BFD2-980BF69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501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玩家可见的成长反馈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E6796-074A-4D60-8002-3063EAB0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个人数据显示总局数、胜率、连胜、五子/六子分项和成就；排行榜按当前模式与困难难度筛选。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4BDF7-6BD7-4E07-97AA-C95FA0B5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90700"/>
            <a:ext cx="48196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8"/>
          </a:solidFill>
          <a:ln xmlns:a="http://schemas.openxmlformats.org/drawingml/2006/main" w="9525">
            <a:solidFill>
              <a:srgbClr val="D9B66F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F5001-4C7A-40E6-9C80-F776E084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本地数据文件职责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9CF0D-F67D-4E50-A629-5C94CEC1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users.dat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2A23D-E25B-4F73-906C-5A23C478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rPr>
              <a:t>账号信息与经验值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EC4BF-5C0D-4816-8285-133FDBB8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670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211CB-8BDC-4731-8BC7-1B8938CD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stats.dat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D6578-60AC-4057-A676-CFE7CFB4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3850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rPr>
              <a:t>胜负统计与模式记录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BAC27E-FF29-4FA4-9D5C-A489360F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87442F-1A4F-4446-AD6F-5779E8A3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save_*.dat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E0E9E2-FBF4-4F0B-A66E-8C3054EB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7190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rPr>
              <a:t>分账号存档，兼容旧 save.dat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72629-AA30-4870-B692-7183BD5B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CE9821-A254-4292-9F30-FF2AEA65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05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admin_key.txt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7C6F76-F17A-4AAA-9CFF-19B7BA8B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0530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rPr>
              <a:t>忘记密码时校验密匙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AA41DC-8BD3-4F32-AF3D-03BE742C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672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675361-B97F-44D9-A5F7-32DB0E06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B66F">
                    <a:alpha val="66667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9B66F">
                    <a:alpha val="66667"/>
                  </a:srgbClr>
                </a:solidFill>
                <a:latin typeface="Microsoft YaHei"/>
                <a:ea typeface="Microsoft YaHei"/>
                <a:cs typeface="Microsoft YaHei"/>
              </a:rPr>
              <a:t>凡人修仙传 · 五子棋  /  05</a:t>
            </a:r>
          </a:p>
        </p:txBody>
      </p:sp>
    </p:spTree>
    <p:extLst>
      <p:ext uri="{BB962C8B-B14F-4D97-AF65-F5344CB8AC3E}">
        <p14:creationId xmlns:p14="http://schemas.microsoft.com/office/powerpoint/2010/main" val="16961491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b12e4969a4973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888D1-06A8-4463-BF26-5891BAF1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20D">
              <a:alpha val="8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E58A2-9A05-4D6B-8CE0-8CD51A58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CEA84-C475-48B6-B4DD-A0922908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展示重点回到“已实现、可运行、可扩展”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F1DE5-A231-452C-B2EE-41B5EDA0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657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8E8">
                    <a:alpha val="9098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8E8">
                    <a:alpha val="90980"/>
                  </a:srgbClr>
                </a:solidFill>
                <a:latin typeface="Microsoft YaHei"/>
                <a:ea typeface="Microsoft YaHei"/>
                <a:cs typeface="Microsoft YaHei"/>
              </a:rPr>
              <a:t>旧稿中的作业要求、截图堆叠和代码截图已合并为成果叙事；保留中心主题，减少重复说明。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FC56E-1A27-4FC2-977F-42FE3BC8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667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118">
              <a:alpha val="85098"/>
            </a:srgbClr>
          </a:solidFill>
          <a:ln xmlns:a="http://schemas.openxmlformats.org/drawingml/2006/main" w="9525">
            <a:solidFill>
              <a:srgbClr val="D9B66F">
                <a:alpha val="4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97A63-F0D1-48A9-95E0-BE920FB3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2D58A"/>
                </a:solidFill>
                <a:latin typeface="Microsoft YaHei UI"/>
                <a:ea typeface="Microsoft YaHei UI"/>
                <a:cs typeface="Microsoft YaHei UI"/>
              </a:rPr>
              <a:t>本版 PPT 保留的核心成果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69CF6-3FF7-41E4-8845-8C34E76C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B6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267AD-9D35-46CF-8298-E8ED255F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rPr>
              <a:t>古风 EasyX 图形界面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070E9-1941-4156-8B6F-8D641043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C9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C1537-6A59-4CC1-AB85-DDB98097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rPr>
              <a:t>五子棋 / 六子棋 / 残局挑战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A0E49-2ECB-4838-970C-D92042BE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8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F0F5B-BCAA-476F-A81D-0A858694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8E8"/>
                </a:solidFill>
                <a:latin typeface="Microsoft YaHei"/>
                <a:ea typeface="Microsoft YaHei"/>
                <a:cs typeface="Microsoft YaHei"/>
              </a:rPr>
              <a:t>AI、禁手、提示和存档统计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7421B-66D3-42C0-B77B-6EF52889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4667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90980"/>
            </a:srgbClr>
          </a:solidFill>
          <a:ln xmlns:a="http://schemas.openxmlformats.org/drawingml/2006/main" w="9525">
            <a:solidFill>
              <a:srgbClr val="D9B66F">
                <a:alpha val="46667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76797-603E-42C5-9AE6-C4E20291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8120D"/>
                </a:solidFill>
                <a:latin typeface="Microsoft YaHei UI"/>
                <a:ea typeface="Microsoft YaHei UI"/>
                <a:cs typeface="Microsoft YaHei UI"/>
              </a:rPr>
              <a:t>后续优化方向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2550C-E8A0-447D-A75A-3696BE64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C3928"/>
                </a:solidFill>
                <a:latin typeface="Microsoft YaHei"/>
                <a:ea typeface="Microsoft YaHei"/>
                <a:cs typeface="Microsoft YaHei"/>
              </a:rPr>
              <a:t>复盘回放、音效设置、语言切换可作为后续增强；当前汇报不再把未完成项与已完成成果混在一起。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8951C-27F1-4FF5-971D-A1E7B5FB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B66F">
                    <a:alpha val="66667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9B66F">
                    <a:alpha val="66667"/>
                  </a:srgbClr>
                </a:solidFill>
                <a:latin typeface="Microsoft YaHei"/>
                <a:ea typeface="Microsoft YaHei"/>
                <a:cs typeface="Microsoft YaHei"/>
              </a:rPr>
              <a:t>凡人修仙传 · 五子棋  /  06</a:t>
            </a:r>
          </a:p>
        </p:txBody>
      </p:sp>
    </p:spTree>
    <p:extLst>
      <p:ext uri="{BB962C8B-B14F-4D97-AF65-F5344CB8AC3E}">
        <p14:creationId xmlns:p14="http://schemas.microsoft.com/office/powerpoint/2010/main" val="1799408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2026-05-26T15:25:53.0860000Z</dcterms:created>
  <dcterms:modified xsi:type="dcterms:W3CDTF">2026-05-26T15:25:53.0860000Z</dcterms:modified>
</coreProperties>
</file>